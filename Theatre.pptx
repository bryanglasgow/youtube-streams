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MLitt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6180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how sound resonates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MLitt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384" y="2509225"/>
            <a:ext cx="16607916" cy="720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We’re a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World Top 70 University for Arts &amp; Humanities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(QS, 2026) in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UK’s first UNESCO City of Music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recognised as its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top cultural and creative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(European Commission, 2019), and host of major global events including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COP26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2026 Commonwealth Games</a:t>
            </a:r>
          </a:p>
          <a:p>
            <a:pPr algn="l">
              <a:lnSpc>
                <a:spcPts val="1457"/>
              </a:lnSpc>
            </a:pPr>
            <a:endParaRPr lang="en-US" sz="2914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– an unrivalled place to study, network and begin a career in cultural enterprise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322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Culture &amp; Creative Arts, and the College of Arts &amp; Humanities. Courses can include [EXAMPLE 1], [EXAMPLE 2], and [EXAMPLE 3].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Culture &amp; Creative Arts,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698710" y="4983926"/>
            <a:ext cx="2589290" cy="5386447"/>
            <a:chOff x="0" y="0"/>
            <a:chExt cx="384375" cy="7996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98710" y="-19050"/>
            <a:ext cx="2589290" cy="5143500"/>
            <a:chOff x="0" y="0"/>
            <a:chExt cx="384375" cy="763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431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4820F4-9111-4B6F-97D1-96427FB18D49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FC470191-07C3-45BB-A6E7-5B6A2BA727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AD2A56-D68F-42E6-8BCD-B77584CFA9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722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Serif Bold Italics</vt:lpstr>
      <vt:lpstr>Calibri</vt:lpstr>
      <vt:lpstr>Noto Sans Bold</vt:lpstr>
      <vt:lpstr>Noto Sans Italics</vt:lpstr>
      <vt:lpstr>Noto Serif Italics</vt:lpstr>
      <vt:lpstr>Noto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Theatre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2026-07-24T13:47:23Z</dcterms:modified>
  <dc:identifier>DAHOyivcLRA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