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the future of communication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-32472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of..., and the College of Arts &amp; Humanities. Courses can include [EXAMPLE 1], [EXAMPLE 2], and [EXAMPLE 3].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...,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698710" y="4983926"/>
            <a:ext cx="2589290" cy="5386447"/>
            <a:chOff x="0" y="0"/>
            <a:chExt cx="384375" cy="799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98710" y="-19050"/>
            <a:ext cx="2589290" cy="5143500"/>
            <a:chOff x="0" y="0"/>
            <a:chExt cx="384375" cy="763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63A9C9-F66F-44EC-BE46-5932741D55A8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47722842-73FE-4076-9326-B178D2D196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F7EF2A-A95A-4016-AB25-213EA9B752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715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 Italics</vt:lpstr>
      <vt:lpstr>Noto Serif Italics</vt:lpstr>
      <vt:lpstr>Calibri</vt:lpstr>
      <vt:lpstr>Noto Sans</vt:lpstr>
      <vt:lpstr>Noto Serif Bold Italics</vt:lpstr>
      <vt:lpstr>Noto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Translation &amp; Communication</dc:title>
  <dc:creator>Bryan</dc:creator>
  <cp:lastModifiedBy>Bryan Martin</cp:lastModifiedBy>
  <cp:revision>2</cp:revision>
  <dcterms:created xsi:type="dcterms:W3CDTF">2006-08-16T00:00:00Z</dcterms:created>
  <dcterms:modified xsi:type="dcterms:W3CDTF">2026-07-24T13:49:08Z</dcterms:modified>
  <dc:identifier>DAHOmBS0Mf8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