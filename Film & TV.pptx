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Noto Sans Bold" panose="020B0502040504020204" pitchFamily="34" charset="0"/>
      <p:regular r:id="rId19"/>
      <p:bold r:id="rId20"/>
    </p:embeddedFont>
    <p:embeddedFont>
      <p:font typeface="Noto Sans Italics" panose="020B0604020202020204" charset="0"/>
      <p:regular r:id="rId21"/>
    </p:embeddedFont>
    <p:embeddedFont>
      <p:font typeface="Noto Serif Bold Italics" panose="020B0604020202020204" charset="0"/>
      <p:regular r:id="rId22"/>
    </p:embeddedFont>
    <p:embeddedFont>
      <p:font typeface="Noto Serif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0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MSc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861807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the script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MLitt/MSc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36108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1:  </a:t>
            </a: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Key awards and 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469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1: 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What skills and knowledge will students gain?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2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resources, equipment and/or networks will students have access to?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3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challenges and careers will the programme prepare them for? 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384" y="2509225"/>
            <a:ext cx="16607916" cy="720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We’re a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World Top 70 University for Arts &amp; Humanities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(QS, 2026) in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UK's friendliest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(Condé Nast, 2025) –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UK’s first UNESCO City of Music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recognised as its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top cultural and creative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(European Commission, 2019), and host of major global events including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COP26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2026 Commonwealth Games</a:t>
            </a:r>
          </a:p>
          <a:p>
            <a:pPr algn="l">
              <a:lnSpc>
                <a:spcPts val="1457"/>
              </a:lnSpc>
            </a:pPr>
            <a:endParaRPr lang="en-US" sz="2914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 to over 100 cultural organisations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20+ museums and galleries, and four of Scotland's five national performing arts companies –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one of the world's top five student cities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as rated by students themselves (QS, 2025)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 – an unrivalled place to study, network and begin a career in cultural enterprise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322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+ 1 - 2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 Culture &amp; Creative Arts, and the College of Arts &amp; Humanities. Courses can include [EXAMPLE 1], [EXAMPLE 2], and [EXAMPLE 3].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1 - 2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, the School of Culture &amp; Creative Arts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698710" y="4983926"/>
            <a:ext cx="2589290" cy="5386447"/>
            <a:chOff x="0" y="0"/>
            <a:chExt cx="384375" cy="7996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98710" y="-19050"/>
            <a:ext cx="2589290" cy="5143500"/>
            <a:chOff x="0" y="0"/>
            <a:chExt cx="384375" cy="7635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93437"/>
            <a:ext cx="12569685" cy="376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35AF53-415A-4CD8-A1AD-2D3F27ABD4C3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56A07629-405B-4850-8B4A-B05008C666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4BFE11-E6DE-42D6-BC06-2554C1C488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Noto Sans</vt:lpstr>
      <vt:lpstr>Calibri</vt:lpstr>
      <vt:lpstr>Noto Serif Bold Italics</vt:lpstr>
      <vt:lpstr>Noto Sans Bold</vt:lpstr>
      <vt:lpstr>Noto Sans Italics</vt:lpstr>
      <vt:lpstr>Noto Serif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Film &amp; TV Programmes</dc:title>
  <dc:creator>Bryan</dc:creator>
  <cp:lastModifiedBy>Bryan Martin</cp:lastModifiedBy>
  <cp:revision>2</cp:revision>
  <dcterms:created xsi:type="dcterms:W3CDTF">2006-08-16T00:00:00Z</dcterms:created>
  <dcterms:modified xsi:type="dcterms:W3CDTF">2026-07-24T13:34:43Z</dcterms:modified>
  <dc:identifier>DAHOmKdPVVU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