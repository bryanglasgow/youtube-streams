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79295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perspectives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384" y="2509225"/>
            <a:ext cx="16607916" cy="668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Study at a World Top 70 University for Arts &amp; Humanities 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(QS, 2026), located in one of Europe's most vibrant cultural cities –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on our world-changing campus in the heart of the West End,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20th coolest neighbourhood in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world 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(Time Out, 2023)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26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Humanities, and the College of Arts &amp; Humanities. Courses can include [EXAMPLE 1], [EXAMPLE 2], and [EXAMPLE 3].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Humanities,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13AD5A-67DD-4CEF-A86E-5B09144FCEDC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BA9E5734-7B70-4A69-80EF-C31403E798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76F9AA-C501-433E-B889-9DC0A436C7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Serif Bold Italics</vt:lpstr>
      <vt:lpstr>Calibri</vt:lpstr>
      <vt:lpstr>Noto Sans Bold</vt:lpstr>
      <vt:lpstr>Noto Sans Italics</vt:lpstr>
      <vt:lpstr>Noto Serif Italics</vt:lpstr>
      <vt:lpstr>Noto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Philosophy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2026-07-24T13:45:51Z</dcterms:modified>
  <dc:identifier>DAHOIT4PJSE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