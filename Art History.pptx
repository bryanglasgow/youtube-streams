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MLitt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6180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we read the past through art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MLitt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384" y="2509225"/>
            <a:ext cx="16607916" cy="720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We’re a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World Top 70 University for Arts &amp; Humanities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(QS, 2026) in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UK’s first UNESCO City of Music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recognised as its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top cultural and creative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(European Commission, 2019), and host of major global events including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COP26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2026 Commonwealth Games</a:t>
            </a:r>
          </a:p>
          <a:p>
            <a:pPr algn="l">
              <a:lnSpc>
                <a:spcPts val="1457"/>
              </a:lnSpc>
            </a:pPr>
            <a:endParaRPr lang="en-US" sz="2914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– an unrivalled place to study, network and begin a career in cultural enterprise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Culture &amp; Creative Arts,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Culture &amp; Creative Arts,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431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A817CD-F159-4436-B02E-82FF5C2244A0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36C854A3-4689-4461-B320-5ADD042BF9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A2B6AF-91A4-4911-B8AE-566030D38B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 Italics</vt:lpstr>
      <vt:lpstr>Noto Serif Italics</vt:lpstr>
      <vt:lpstr>Calibri</vt:lpstr>
      <vt:lpstr>Noto Sans</vt:lpstr>
      <vt:lpstr>Noto Serif Bold Italics</vt:lpstr>
      <vt:lpstr>Noto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History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2026-07-24T13:28:22Z</dcterms:modified>
  <dc:identifier>DAHOUjIczyY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