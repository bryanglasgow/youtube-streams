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MLitt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79295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words connect us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MSc/MLitt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72849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1: 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awards/recent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85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668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Live and study in a city with one of the richest literary cultures in the world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– home to the Mitchell Library, one of Europe's largest public reference libraries, the Glasgow Women's Library, and a wealth of independent bookshops, writing spaces and literary venues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75972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Critical Studies,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(subject area) , the School of Critical Studies,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a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41859" y="2693437"/>
            <a:ext cx="12569685" cy="252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154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2DA9AC-9C65-43BC-9759-C318AB854C80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CF9D15AD-08AB-467A-B1B0-CF4C489B84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F872EB-1FBF-4280-9592-DFF11CE305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Custom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Noto Sans</vt:lpstr>
      <vt:lpstr>Noto Serif Bold Italics</vt:lpstr>
      <vt:lpstr>Noto Sans Bold</vt:lpstr>
      <vt:lpstr>Noto Sans Italics</vt:lpstr>
      <vt:lpstr>Noto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&amp; Creative Writing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2026-07-24T13:40:43Z</dcterms:modified>
  <dc:identifier>DAHOx29TM5E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