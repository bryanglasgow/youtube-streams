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MSc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831432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the future by uncovering the past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MSc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384" y="2509225"/>
            <a:ext cx="16607916" cy="720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Study at a World Top 70 University for Arts &amp; Humanities 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(QS, 2026), located in one of Europe's most vibrant cultural cities –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on our world-changing campus in the heart of the West End,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20th coolest neighbourhood in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world 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(Time Out, 2023)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home to some of the world's most significant historical collections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 our students have direct access to them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including holdings within the University's Library, Archives &amp; Special Collections, The Hunterian Museum and Art Gallery, and Scotland's Theatre Archive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268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Humanities, and the College of Arts &amp; Humanities. Courses can include [EXAMPLE 1], [EXAMPLE 2], and [EXAMPLE 3].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Humanities,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376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636247-3DA6-45A8-B3D8-989C81FE3DDF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EC38F216-7BF1-4EEE-90F9-6B5E61DC1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5EFB5C-7DD4-45AE-8AEC-2901825B9C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706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Sans Italics</vt:lpstr>
      <vt:lpstr>Calibri</vt:lpstr>
      <vt:lpstr>Noto Serif Italics</vt:lpstr>
      <vt:lpstr>Noto Serif Bold Italics</vt:lpstr>
      <vt:lpstr>Noto Sans Bold</vt:lpstr>
      <vt:lpstr>Noto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Archaeology &amp; Classics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2026-07-24T13:14:52Z</dcterms:modified>
  <dc:identifier>DAHOT9Y7Qrs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